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for offline test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Offline Sample Deck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part</a:t>
            </a:r>
          </a:p>
          <a:p>
            <a:r>
              <a:t>Second part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Slide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4572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685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743200" cy="1714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